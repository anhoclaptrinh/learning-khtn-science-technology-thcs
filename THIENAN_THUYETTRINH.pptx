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8" r:id="rId10"/>
    <p:sldId id="264" r:id="rId11"/>
    <p:sldId id="269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669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8829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9756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0145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286000"/>
            <a:ext cx="2286000" cy="22860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618099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 DẪN SỬ DỤNG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1406329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Học Tập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Khoa Học Tự Nhiên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" y="328172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3C5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Ôn tập Hóa • Vật Lý • Sinh Học — Lớp 8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14400" y="4297680"/>
            <a:ext cx="4572000" cy="411480"/>
          </a:xfrm>
          <a:prstGeom prst="roundRect">
            <a:avLst>
              <a:gd name="adj" fmla="val 22222"/>
            </a:avLst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2976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C5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🔗  learn-web-wb7t.onrender.com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 DUNG TRÌNH BÀY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Tổng quan hướng dẫn sử dụng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0233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73152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361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18470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website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20848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 đích, đối tượng và tính năng tổng quan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" y="2560320"/>
            <a:ext cx="40233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560320"/>
            <a:ext cx="73152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6334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" y="29443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 chủ &amp; chọn môn học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2920" y="31821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Cách điều hướng và bắt đầu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40233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657600"/>
            <a:ext cx="73152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7307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02920" y="40416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Môn Hóa Học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02920" y="42793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Bảng tuần hoàn tương tác &amp; bài tập trắc nghiệm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663440" y="1463040"/>
            <a:ext cx="40233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463040"/>
            <a:ext cx="73152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5361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00600" y="18470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Môn Vật Lý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00600" y="20848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 phỏng thí nghiệm &amp; câu hỏi kiểm tra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663440" y="2560320"/>
            <a:ext cx="40233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560320"/>
            <a:ext cx="73152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6334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800600" y="29443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Môn Sinh Học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800600" y="31821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 thể người &amp; hệ cơ quan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663440" y="3657600"/>
            <a:ext cx="40233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657600"/>
            <a:ext cx="73152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7307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800600" y="40416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Mẹo học hiệu quả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800600" y="42793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Gợi ý sử dụng tối ưu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en-US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WEBSITE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Học Tập Khoa Học Tự Nhiên là gì?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4114800" cy="1371600"/>
          </a:xfrm>
          <a:prstGeom prst="rect">
            <a:avLst/>
          </a:prstGeom>
          <a:solidFill>
            <a:srgbClr val="0F20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459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📚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3000" y="1645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 án KHKT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43000" y="198424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 phát triển phục vụ học sinh lớp 8 ôn tập 3 môn khoa học cơ bản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09160" y="1508760"/>
            <a:ext cx="4114800" cy="1371600"/>
          </a:xfrm>
          <a:prstGeom prst="rect">
            <a:avLst/>
          </a:prstGeom>
          <a:solidFill>
            <a:srgbClr val="0F20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6459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🎯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532120" y="1645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Trắc nghiệm thông minh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532120" y="198424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Mỗi môn có 5 câu hỏi trắc nghiệm đa dạng kèm đáp án giải thích chi tiết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0040" y="3063240"/>
            <a:ext cx="4114800" cy="1371600"/>
          </a:xfrm>
          <a:prstGeom prst="rect">
            <a:avLst/>
          </a:prstGeom>
          <a:solidFill>
            <a:srgbClr val="0F20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004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🔬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43000" y="3200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 liệu tương tác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43000" y="353872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Bảng tuần hoàn, mô phỏng thí nghiệm vật lý và sơ đồ cơ thể người sinh động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709160" y="3063240"/>
            <a:ext cx="4114800" cy="1371600"/>
          </a:xfrm>
          <a:prstGeom prst="rect">
            <a:avLst/>
          </a:prstGeom>
          <a:solidFill>
            <a:srgbClr val="0F20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2004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📊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532120" y="3200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 dõi kết quả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532120" y="353872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Xem điểm số và kết quả sau mỗi bài kiểm tra để biết mức độ tiến bộ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E2E8F0"/>
                </a:solidFill>
              </a:rPr>
              <a:t>02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B82F6"/>
                </a:solidFill>
              </a:rPr>
              <a:t>TRANG CHỦ &amp; CHỌN MÔN HỌC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</a:rPr>
              <a:t>Điều hướng và bắt đầu học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B82F6"/>
                </a:solidFill>
              </a:rPr>
              <a:t>🌐  Truy cập:  learn-web-wb7t.onrender.com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86932" y="46145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💡  Nhấn vào bất kỳ môn nào để bắt đầu ôn tập ngay lập tức</a:t>
            </a:r>
            <a:endParaRPr lang="en-US" sz="1100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3479" y="1618020"/>
            <a:ext cx="4376507" cy="29965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EE2E2"/>
                </a:solidFill>
              </a:rPr>
              <a:t>03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F4444"/>
                </a:solidFill>
              </a:rPr>
              <a:t>🧪  MÔN HÓA HỌC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</a:rPr>
              <a:t>Bảng tuần hoàn tương tác &amp; Bài tập trắc nghiệm</a:t>
            </a:r>
            <a:endParaRPr lang="en-US" sz="2000" dirty="0"/>
          </a:p>
        </p:txBody>
      </p:sp>
      <p:pic>
        <p:nvPicPr>
          <p:cNvPr id="68" name="Picture 6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144933"/>
            <a:ext cx="4088702" cy="3653734"/>
          </a:xfrm>
          <a:prstGeom prst="rect">
            <a:avLst/>
          </a:prstGeom>
        </p:spPr>
      </p:pic>
      <p:pic>
        <p:nvPicPr>
          <p:cNvPr id="69" name="Picture 6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7524" y="1144933"/>
            <a:ext cx="4426290" cy="36537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EF3C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0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⚡  MÔN VẬT LÝ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 phỏng thí nghiệm tương tác &amp; Bài tập trắc nghiệm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THÍ NGHIỆM MÔ PHỎNG: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2743200" cy="1371600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7373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🔦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22585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 Xạ Ánh Sáng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11480" y="25786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 chỉnh góc tới, quan sát góc phản xạ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0" y="1600200"/>
            <a:ext cx="2743200" cy="1371600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7373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⚖️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91840" y="22585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 Lắc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291840" y="25786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 phỏng dao động con lắc đơn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80760" y="1600200"/>
            <a:ext cx="2743200" cy="1371600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7373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💧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172200" y="22585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Áp Suất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172200" y="25786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Thí nghiệm áp suất chất lỏng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0040" y="3108960"/>
            <a:ext cx="2743200" cy="1371600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246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💪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11480" y="37673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Lực &amp; Gia Tốc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11480" y="40873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 luật Newton F = ma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200400" y="3108960"/>
            <a:ext cx="2743200" cy="1371600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3246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🎯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291840" y="37673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 Động Ném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291840" y="40873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 phỏng ném ngang, ném xiên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080760" y="3108960"/>
            <a:ext cx="2743200" cy="1371600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0760" y="3246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💥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172200" y="37673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 Chạm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172200" y="40873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Bảo toàn động lượng trong va chạm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💡  Mỗi thí nghiệm có thanh trượt điều chỉnh thông số và giải thích khoa học kèm theo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EF3C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0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⚡  MÔN VẬT LÝ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 phỏng thí nghiệm tương tác &amp; Bài tập trắc nghiệm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080760" y="3246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9421" y="1042416"/>
            <a:ext cx="3962882" cy="3825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09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DCFC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580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🌱  MÔN SINH HỌC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 thể người &amp; 9 hệ cơ quan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2743200" cy="10972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801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❤️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80160" y="1325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 tuần hoàn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80160" y="1783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Nhấp để xem chi tiết →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743200" cy="10972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2801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🫁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160520" y="1325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 hô hấp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60520" y="1783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Nhấp để xem chi tiết →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80760" y="1188720"/>
            <a:ext cx="2743200" cy="10972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2801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🥗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040880" y="1325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 tiêu hóa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040880" y="1783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Nhấp để xem chi tiết →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20040" y="2423160"/>
            <a:ext cx="2743200" cy="10972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5146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🧠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280160" y="2560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 thần kinh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280160" y="3017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Nhấp để xem chi tiết →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200400" y="2423160"/>
            <a:ext cx="2743200" cy="10972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25146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🦴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160520" y="2560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 xương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160520" y="3017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Nhấp để xem chi tiết →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080760" y="2423160"/>
            <a:ext cx="2743200" cy="10972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25146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💪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040880" y="2560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 cơ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040880" y="3017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Nhấp để xem chi tiết →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20040" y="3657600"/>
            <a:ext cx="2743200" cy="10972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749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🚿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280160" y="3794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 bài tiết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280160" y="4251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Nhấp để xem chi tiết →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200400" y="3657600"/>
            <a:ext cx="2743200" cy="10972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0" y="3749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⚗️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160520" y="3794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 nội tiết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160520" y="4251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Nhấp để xem chi tiết →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080760" y="3657600"/>
            <a:ext cx="2743200" cy="10972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80760" y="3749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🛡️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040880" y="3794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 miễn dịch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040880" y="4251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Nhấp để xem chi tiết →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57200" y="4681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💡  Nhấp vào từng hệ cơ quan trên sơ đồ để xem mô tả chức năng chi tiết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DCFCE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580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🌱  MÔN SINH HỌC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 thể người &amp; 9 hệ cơ quan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2663" y="1042416"/>
            <a:ext cx="4285727" cy="4106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693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MẸO HỌC HIỆU QUẢ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Tối ưu hoá trải nghiệm học tập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11480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399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🔄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33272" y="134416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 theo vòng lặp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33272" y="167335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Xem bảng tuần hoàn / sơ đồ trước → làm bài kiểm tra → xem lại chỗ sai → lặp lại cho đến khi đạt điểm tốt.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09160" y="1234440"/>
            <a:ext cx="411480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399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🔬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22392" y="134416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Dùng mô phỏng Vật Lý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22392" y="167335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Kéo thanh trượt để thay đổi thông số thí nghiệm. Quan sát sự thay đổi trực quan giúp ghi nhớ định luật sâu hơn.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0040" y="2468880"/>
            <a:ext cx="411480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2633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🖱️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33272" y="25786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Khám phá tương tác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33272" y="290779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Nhấp vào từng nguyên tố trên bảng tuần hoàn và từng hệ cơ quan — mỗi mục đều có thông tin chi tiết ẩn bên trong.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709160" y="2468880"/>
            <a:ext cx="411480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2633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📱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422392" y="25786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 mọi lúc mọi nơi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422392" y="290779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Website hoạt động trên cả máy tính và điện thoại — học trên đường đi, trong giờ nghỉ hoàn toàn được!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20040" y="3703320"/>
            <a:ext cx="411480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3867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⏱️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33272" y="38130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 từng chủ đề nhỏ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33272" y="414223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Mỗi lần chỉ cần 5–10 phút: chọn 1 môn, làm 5 câu trắc nghiệm, xem kết quả — phù hợp ôn thi trước kiểm tra.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709160" y="3703320"/>
            <a:ext cx="411480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46320" y="3867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✍️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422392" y="38130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Ghi chép song song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422392" y="414223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Dùng web để kiểm tra kiến thức, song song với vở ghi và sách giáo khoa để có kết quả học tốt nhất.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 TRÌNH LÀM BÀI TRẮC NGHIỆM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Từng bước chi tiết cho cả 3 môn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743200" cy="1508760"/>
          </a:xfrm>
          <a:prstGeom prst="rect">
            <a:avLst/>
          </a:prstGeom>
          <a:solidFill>
            <a:srgbClr val="0F20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5448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05840" y="15819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DD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🏠  Vào trang chủ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205740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 cập learn-web-wb7t.onrender.com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154680" y="2167128"/>
            <a:ext cx="914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417320"/>
            <a:ext cx="2743200" cy="1508760"/>
          </a:xfrm>
          <a:prstGeom prst="rect">
            <a:avLst/>
          </a:prstGeom>
          <a:solidFill>
            <a:srgbClr val="0F20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55448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886200" y="15819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DD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📚  Chọn môn học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383280" y="205740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Nhấn vào Hóa, Lý hoặc Sinh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35040" y="2167128"/>
            <a:ext cx="914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417320"/>
            <a:ext cx="2743200" cy="1508760"/>
          </a:xfrm>
          <a:prstGeom prst="rect">
            <a:avLst/>
          </a:prstGeom>
          <a:solidFill>
            <a:srgbClr val="0F20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155448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766560" y="15819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DD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✏️  Tab Làm Bài Tập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63640" y="205740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 sang tab bài tập trắc nghiệm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65760" y="3108960"/>
            <a:ext cx="2743200" cy="1508760"/>
          </a:xfrm>
          <a:prstGeom prst="rect">
            <a:avLst/>
          </a:prstGeom>
          <a:solidFill>
            <a:srgbClr val="0F20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24612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246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05840" y="32735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DD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🖱️  Chọn đáp án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02920" y="374904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Đọc câu hỏi và click vào đáp án bạn cho là đúng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154680" y="3858768"/>
            <a:ext cx="914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46120" y="3108960"/>
            <a:ext cx="2743200" cy="1508760"/>
          </a:xfrm>
          <a:prstGeom prst="rect">
            <a:avLst/>
          </a:prstGeom>
          <a:solidFill>
            <a:srgbClr val="0F20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3280" y="324612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3246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886200" y="32735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DD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 Xem kết quả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383280" y="374904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Đáp án đúng/sai hiển thị cùng giải thích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035040" y="3858768"/>
            <a:ext cx="914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0" y="3108960"/>
            <a:ext cx="2743200" cy="1508760"/>
          </a:xfrm>
          <a:prstGeom prst="rect">
            <a:avLst/>
          </a:prstGeom>
          <a:solidFill>
            <a:srgbClr val="0F20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63640" y="324612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3246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766560" y="32735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DD3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📊  Xem điểm số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263640" y="374904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Hoàn thành để xem tổng kết điểm số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3706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0" y="7315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🎓</a:t>
            </a:r>
            <a:endParaRPr lang="en-US" sz="5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Chúc bạn học tốt!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2423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3C5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 học • Vật lý • Sinh học — Lớp 8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286000" y="3017520"/>
            <a:ext cx="4572000" cy="502920"/>
          </a:xfrm>
          <a:prstGeom prst="rect">
            <a:avLst/>
          </a:prstGeom>
          <a:solidFill>
            <a:srgbClr val="0F2042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30175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3C5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🔗  learn-web-wb7t.onrender.com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88720" y="379476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88720" y="43708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C5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Môn học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749040" y="379476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118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749040" y="43708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C5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 tố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309360" y="379476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309360" y="43708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C5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Thí nghiệm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851</Words>
  <Application>Microsoft Office PowerPoint</Application>
  <PresentationFormat>On-screen Show (16:9)</PresentationFormat>
  <Paragraphs>171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Hướng dẫn sử dụng Web Học Tập Khoa Học Tự Nhiên</dc:title>
  <dc:subject>PptxGenJS Presentation</dc:subject>
  <dc:creator>PptxGenJS</dc:creator>
  <cp:lastModifiedBy>THAYTIEN</cp:lastModifiedBy>
  <cp:revision>5</cp:revision>
  <dcterms:created xsi:type="dcterms:W3CDTF">2026-04-21T07:10:57Z</dcterms:created>
  <dcterms:modified xsi:type="dcterms:W3CDTF">2026-04-21T07:26:45Z</dcterms:modified>
</cp:coreProperties>
</file>